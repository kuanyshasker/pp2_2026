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b8bdad8ef146a9" /><Relationship Type="http://schemas.openxmlformats.org/officeDocument/2006/relationships/extended-properties" Target="/docProps/app.xml" Id="Rbe8b7216f81e4a3a" /><Relationship Type="http://schemas.openxmlformats.org/officeDocument/2006/relationships/officeDocument" Target="/ppt/presentation.xml" Id="Rb87a1544a9fa46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22d80eb2d64026"/>
  </p:sldMasterIdLst>
  <p:notesMasterIdLst>
    <p:notesMasterId xmlns:r="http://schemas.openxmlformats.org/officeDocument/2006/relationships" r:id="R94f3fc6f7a4c4b5d"/>
  </p:notesMasterIdLst>
  <p:sldIdLst>
    <p:sldId xmlns:r="http://schemas.openxmlformats.org/officeDocument/2006/relationships" id="256" r:id="R3c625bd41c4c4c19"/>
    <p:sldId xmlns:r="http://schemas.openxmlformats.org/officeDocument/2006/relationships" id="257" r:id="Rf6f13325a3f14e13"/>
    <p:sldId xmlns:r="http://schemas.openxmlformats.org/officeDocument/2006/relationships" id="258" r:id="R18489a44f876464d"/>
    <p:sldId xmlns:r="http://schemas.openxmlformats.org/officeDocument/2006/relationships" id="259" r:id="Rbce47c672d7c4990"/>
    <p:sldId xmlns:r="http://schemas.openxmlformats.org/officeDocument/2006/relationships" id="260" r:id="R326cc30846fd40ba"/>
    <p:sldId xmlns:r="http://schemas.openxmlformats.org/officeDocument/2006/relationships" id="261" r:id="R05358fb92a80425f"/>
    <p:sldId xmlns:r="http://schemas.openxmlformats.org/officeDocument/2006/relationships" id="262" r:id="R3630aa0cb45148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a25fc0caa840ff" /><Relationship Type="http://schemas.openxmlformats.org/officeDocument/2006/relationships/slideMaster" Target="/ppt/slideMasters/slideMaster1.xml" Id="R8c22d80eb2d64026" /><Relationship Type="http://schemas.openxmlformats.org/officeDocument/2006/relationships/notesMaster" Target="/ppt/notesMasters/notesMaster1.xml" Id="R94f3fc6f7a4c4b5d" /><Relationship Type="http://schemas.openxmlformats.org/officeDocument/2006/relationships/presProps" Target="/ppt/presProps.xml" Id="Re99855b052124b6b" /><Relationship Type="http://schemas.openxmlformats.org/officeDocument/2006/relationships/tableStyles" Target="/ppt/tableStyles.xml" Id="Rca604dcf7b8f4633" /><Relationship Type="http://schemas.openxmlformats.org/officeDocument/2006/relationships/slide" Target="/ppt/slides/slide1.xml" Id="R3c625bd41c4c4c19" /><Relationship Type="http://schemas.openxmlformats.org/officeDocument/2006/relationships/slide" Target="/ppt/slides/slide2.xml" Id="Rf6f13325a3f14e13" /><Relationship Type="http://schemas.openxmlformats.org/officeDocument/2006/relationships/slide" Target="/ppt/slides/slide3.xml" Id="R18489a44f876464d" /><Relationship Type="http://schemas.openxmlformats.org/officeDocument/2006/relationships/slide" Target="/ppt/slides/slide4.xml" Id="Rbce47c672d7c4990" /><Relationship Type="http://schemas.openxmlformats.org/officeDocument/2006/relationships/slide" Target="/ppt/slides/slide5.xml" Id="R326cc30846fd40ba" /><Relationship Type="http://schemas.openxmlformats.org/officeDocument/2006/relationships/slide" Target="/ppt/slides/slide6.xml" Id="R05358fb92a80425f" /><Relationship Type="http://schemas.openxmlformats.org/officeDocument/2006/relationships/slide" Target="/ppt/slides/slide7.xml" Id="R3630aa0cb45148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48e6b7d115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5f552948714b8e" /><Relationship Type="http://schemas.openxmlformats.org/officeDocument/2006/relationships/notesMaster" Target="/ppt/notesMasters/notesMaster1.xml" Id="Rcb79c3df518846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92ada96eff471e" /><Relationship Type="http://schemas.openxmlformats.org/officeDocument/2006/relationships/notesMaster" Target="/ppt/notesMasters/notesMaster1.xml" Id="R43dbc569f13e45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b8680949d945ba" /><Relationship Type="http://schemas.openxmlformats.org/officeDocument/2006/relationships/notesMaster" Target="/ppt/notesMasters/notesMaster1.xml" Id="R5a0a2a804ece46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11fe6af8a2427a" /><Relationship Type="http://schemas.openxmlformats.org/officeDocument/2006/relationships/notesMaster" Target="/ppt/notesMasters/notesMaster1.xml" Id="Rb19605945e5c49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9a0936565a45b0" /><Relationship Type="http://schemas.openxmlformats.org/officeDocument/2006/relationships/notesMaster" Target="/ppt/notesMasters/notesMaster1.xml" Id="R126f6efa676745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cf92a3856247ab" /><Relationship Type="http://schemas.openxmlformats.org/officeDocument/2006/relationships/notesMaster" Target="/ppt/notesMasters/notesMaster1.xml" Id="Rbb92ba7c12a24b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adfce8b0e546b7" /><Relationship Type="http://schemas.openxmlformats.org/officeDocument/2006/relationships/notesMaster" Target="/ppt/notesMasters/notesMaster1.xml" Id="R5cc7d044b7654d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2289de8e541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86f995e324c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69708eb4a48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da4ddeac84d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e4629b43240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1637b09814d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C02823-1FD3-45D1-8E2E-2211F6477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E8EE0E-C338-4A21-A086-D4C51C9053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94B546-1A75-437B-8352-36B1DDD78C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20CC07-5F02-4F84-B902-4553E3AC57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E35B94-8BCD-4CBD-84CD-323CC01E17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DD852A-E698-4E2E-8026-B33712970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5D0C98-C15D-4D45-B40F-17DC74943D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2E0942-C38E-435E-B9E1-35D9FD20CD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516044-0F21-43A7-B04B-6898640D73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7FAC4E-52F9-4643-BEF4-3D4D87BEB9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0124df1af14bc9" /><Relationship Type="http://schemas.openxmlformats.org/officeDocument/2006/relationships/slideLayout" Target="/ppt/slideLayouts/slideLayout1.xml" Id="R9107997dda0b4249" /><Relationship Type="http://schemas.openxmlformats.org/officeDocument/2006/relationships/slideLayout" Target="/ppt/slideLayouts/slideLayout2.xml" Id="Rd73087d406284065" /><Relationship Type="http://schemas.openxmlformats.org/officeDocument/2006/relationships/slideLayout" Target="/ppt/slideLayouts/slideLayout3.xml" Id="R3862764ca9034114" /><Relationship Type="http://schemas.openxmlformats.org/officeDocument/2006/relationships/slideLayout" Target="/ppt/slideLayouts/slideLayout4.xml" Id="R32e9d592563d4cd0" /><Relationship Type="http://schemas.openxmlformats.org/officeDocument/2006/relationships/slideLayout" Target="/ppt/slideLayouts/slideLayout5.xml" Id="R43523c840de74614" /><Relationship Type="http://schemas.openxmlformats.org/officeDocument/2006/relationships/slideLayout" Target="/ppt/slideLayouts/slideLayout6.xml" Id="R278e970d51f945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07997dda0b4249"/>
    <p:sldLayoutId xmlns:r="http://schemas.openxmlformats.org/officeDocument/2006/relationships" id="2147483650" r:id="Rd73087d406284065"/>
    <p:sldLayoutId xmlns:r="http://schemas.openxmlformats.org/officeDocument/2006/relationships" id="2147483651" r:id="R3862764ca9034114"/>
    <p:sldLayoutId xmlns:r="http://schemas.openxmlformats.org/officeDocument/2006/relationships" id="2147483652" r:id="R32e9d592563d4cd0"/>
    <p:sldLayoutId xmlns:r="http://schemas.openxmlformats.org/officeDocument/2006/relationships" id="2147483653" r:id="R43523c840de74614"/>
    <p:sldLayoutId xmlns:r="http://schemas.openxmlformats.org/officeDocument/2006/relationships" id="2147483654" r:id="R278e970d51f945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5c9cb13b144f0" /><Relationship Type="http://schemas.openxmlformats.org/officeDocument/2006/relationships/notesSlide" Target="/ppt/notesSlides/notesSlide1.xml" Id="Re9093620c10045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ab3f53407c4751" /><Relationship Type="http://schemas.openxmlformats.org/officeDocument/2006/relationships/notesSlide" Target="/ppt/notesSlides/notesSlide2.xml" Id="Ra8cadbe576844e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95306e84e493d" /><Relationship Type="http://schemas.openxmlformats.org/officeDocument/2006/relationships/image" Target="/ppt/media/image.png" Id="Rf7a42417f4da494f" /><Relationship Type="http://schemas.openxmlformats.org/officeDocument/2006/relationships/image" Target="/ppt/media/image2.png" Id="R91df57e6fe824287" /><Relationship Type="http://schemas.openxmlformats.org/officeDocument/2006/relationships/notesSlide" Target="/ppt/notesSlides/notesSlide3.xml" Id="R4a1391e1b33e4e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fc0ee6bfe34716" /><Relationship Type="http://schemas.openxmlformats.org/officeDocument/2006/relationships/image" Target="/ppt/media/image3.png" Id="Rd20c814413404307" /><Relationship Type="http://schemas.openxmlformats.org/officeDocument/2006/relationships/image" Target="/ppt/media/image4.png" Id="R3fb54ddf49c04776" /><Relationship Type="http://schemas.openxmlformats.org/officeDocument/2006/relationships/notesSlide" Target="/ppt/notesSlides/notesSlide4.xml" Id="Ref314dc23e1441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e38aee53c457d" /><Relationship Type="http://schemas.openxmlformats.org/officeDocument/2006/relationships/image" Target="/ppt/media/image5.png" Id="R24bc5910955345bd" /><Relationship Type="http://schemas.openxmlformats.org/officeDocument/2006/relationships/image" Target="/ppt/media/image6.png" Id="Rb9b351b90f0f4be6" /><Relationship Type="http://schemas.openxmlformats.org/officeDocument/2006/relationships/notesSlide" Target="/ppt/notesSlides/notesSlide5.xml" Id="R81032f9c087a42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caa4f6c5d46ee" /><Relationship Type="http://schemas.openxmlformats.org/officeDocument/2006/relationships/image" Target="/ppt/media/image7.png" Id="R2bfc657eda8a4662" /><Relationship Type="http://schemas.openxmlformats.org/officeDocument/2006/relationships/image" Target="/ppt/media/image8.png" Id="R524fe97d614b42fd" /><Relationship Type="http://schemas.openxmlformats.org/officeDocument/2006/relationships/notesSlide" Target="/ppt/notesSlides/notesSlide6.xml" Id="R0f3005bd26774f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70fa9bf9d64594" /><Relationship Type="http://schemas.openxmlformats.org/officeDocument/2006/relationships/image" Target="/ppt/media/image.jpeg" Id="R53a311d97fde4ccb" /><Relationship Type="http://schemas.openxmlformats.org/officeDocument/2006/relationships/image" Target="/ppt/media/image9.png" Id="R73ff5f8bbe4f4ad5" /><Relationship Type="http://schemas.openxmlformats.org/officeDocument/2006/relationships/notesSlide" Target="/ppt/notesSlides/notesSlide7.xml" Id="R6fd9135d21384f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9CA91-3678-4D33-9748-7D83EEA4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764F"/>
                </a:solidFill>
                <a:latin typeface="Arial"/>
                <a:ea typeface="Arial"/>
                <a:cs typeface="Arial"/>
              </a:rPr>
              <a:t>PP2 MIDTERM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80498-8B35-458F-A3FD-3CBDD242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857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3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31F"/>
                </a:solidFill>
                <a:latin typeface="Arial"/>
                <a:ea typeface="Arial"/>
                <a:cs typeface="Arial"/>
              </a:rPr>
              <a:t>University Library</a:t>
            </a:r>
          </a:p>
          <a:p xmlns:a="http://schemas.openxmlformats.org/drawingml/2006/main">
            <a:pPr>
              <a:defRPr sz="43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31F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4270B-2915-446D-B3E9-6D4584BB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FD17D-80BA-43D2-A466-E64DEB53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A Python program for books, members, and borrowing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DBA35-AED8-4B6D-B19C-98934454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Team: Kuanysh Asker  ·  Zhan Sharkhanov  ·  Zhanibek Uzakbai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7EF8E-7407-4138-9E26-45FB9D1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2136636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1116A-4FFA-4F71-A995-3BE11FC5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4F"/>
                </a:solidFill>
                <a:latin typeface="Arial"/>
                <a:ea typeface="Arial"/>
                <a:cs typeface="Arial"/>
              </a:rPr>
              <a:t>LIBRARY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D0985-B068-45F3-844C-FC005711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31F"/>
                </a:solidFill>
                <a:latin typeface="Arial"/>
                <a:ea typeface="Arial"/>
                <a:cs typeface="Arial"/>
              </a:rPr>
              <a:t>What the program stores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CC5DF-30CB-4410-A26A-EF1D6E14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Python + SQLite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DB352-1D40-4009-BD9D-CB6025DA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7A30E-9517-4681-AE9E-0B20D51E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PP2 MIDTERM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81AE0-B282-4683-80FD-E241AE99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C9920-4B40-4CBF-8CDB-6340F4FC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We made a small library program to add and manage books, members, and loans.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FA366-7DAA-46DA-9CF1-F63E3FA1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9764F"/>
                </a:solidFill>
                <a:latin typeface="Arial"/>
                <a:ea typeface="Arial"/>
                <a:cs typeface="Arial"/>
              </a:rPr>
              <a:t>BOOKS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A65F2-A2CA-4EA5-A6F4-8EE0974F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3190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book_id</a:t>
            </a:r>
          </a:p>
          <a:p xmlns:a="http://schemas.openxmlformats.org/drawingml/2006/main">
            <a: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title</a:t>
            </a:r>
          </a:p>
          <a:p xmlns:a="http://schemas.openxmlformats.org/drawingml/2006/main">
            <a: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author</a:t>
            </a:r>
          </a:p>
          <a:p xmlns:a="http://schemas.openxmlformats.org/drawingml/2006/main">
            <a: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genre</a:t>
            </a:r>
          </a:p>
          <a:p xmlns:a="http://schemas.openxmlformats.org/drawingml/2006/main">
            <a: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FFE60-2FA3-42F2-918E-76C19848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9764F"/>
                </a:solidFill>
                <a:latin typeface="Arial"/>
                <a:ea typeface="Arial"/>
                <a:cs typeface="Arial"/>
              </a:rPr>
              <a:t>BORROWINGS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5B984-0312-4D8D-B63E-86B9D94A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33650"/>
            <a:ext cx="3190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borrowing_id</a:t>
            </a:r>
          </a:p>
          <a:p xmlns:a="http://schemas.openxmlformats.org/drawingml/2006/main">
            <a: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book_id</a:t>
            </a:r>
          </a:p>
          <a:p xmlns:a="http://schemas.openxmlformats.org/drawingml/2006/main">
            <a: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member_id</a:t>
            </a:r>
          </a:p>
          <a:p xmlns:a="http://schemas.openxmlformats.org/drawingml/2006/main">
            <a: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returned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4CB93-5F47-48ED-BAB6-04A891B4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9764F"/>
                </a:solidFill>
                <a:latin typeface="Arial"/>
                <a:ea typeface="Arial"/>
                <a:cs typeface="Arial"/>
              </a:rPr>
              <a:t>MEMBERS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2D632-B069-44EE-B3B6-22497E7C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3190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member_id</a:t>
            </a:r>
          </a:p>
          <a:p xmlns:a="http://schemas.openxmlformats.org/drawingml/2006/main">
            <a: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name</a:t>
            </a:r>
          </a:p>
          <a:p xmlns:a="http://schemas.openxmlformats.org/drawingml/2006/main">
            <a: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email</a:t>
            </a:r>
          </a:p>
          <a:p xmlns:a="http://schemas.openxmlformats.org/drawingml/2006/main">
            <a:pPr>
              <a:defRPr sz="1575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study program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F4C59-82FA-46AC-9568-A256CC0D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07E3A-1685-4951-9421-3E50B6A1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31F"/>
                </a:solidFill>
                <a:latin typeface="Arial"/>
                <a:ea typeface="Arial"/>
                <a:cs typeface="Arial"/>
              </a:rPr>
              <a:t>Borrowings connect a member with a book.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62B04-B0C0-41DF-AC59-24849216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The Book and Member classes format records for display. Email input is checked with a regular expression, and random is used for sample borrowing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A0FF0-EC60-4A77-85CD-B0B6CDB1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764F"/>
                </a:solidFill>
                <a:latin typeface="Arial"/>
                <a:ea typeface="Arial"/>
                <a:cs typeface="Arial"/>
              </a:rPr>
              <a:t>Current sample database: 50 books, 40 members, 30 borrowing records.</a:t>
            </a:r>
          </a:p>
        </p:txBody>
      </p:sp>
    </p:spTree>
    <p:extLst>
      <p:ext uri="{BB962C8B-B14F-4D97-AF65-F5344CB8AC3E}">
        <p14:creationId xmlns:p14="http://schemas.microsoft.com/office/powerpoint/2010/main" val="21214282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0A2B2-7372-4C50-9DDA-ADB9DEBE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4F"/>
                </a:solidFill>
                <a:latin typeface="Arial"/>
                <a:ea typeface="Arial"/>
                <a:cs typeface="Arial"/>
              </a:rPr>
              <a:t>LIBRARY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1C48A-2273-49F5-A8D2-A9A1C0D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31F"/>
                </a:solidFill>
                <a:latin typeface="Arial"/>
                <a:ea typeface="Arial"/>
                <a:cs typeface="Arial"/>
              </a:rPr>
              <a:t>Adding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C8909-087A-4AF1-8520-6E555C61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Kuanysh Asker ·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9B16E-6E6F-41A9-A7FD-B75C559F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5DADA-03EB-440E-9B88-F5A7DAE4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PP2 MIDTERM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C6AB9-ECA4-473E-A86A-7F88D23D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A06C9-0734-41E2-9F2B-D7D6DB8F27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42417f4da494f"/>
          <a:stretch xmlns:a="http://schemas.openxmlformats.org/drawingml/2006/main"/>
        </p:blipFill>
        <p:spPr>
          <a:xfrm xmlns:a="http://schemas.openxmlformats.org/drawingml/2006/main">
            <a:off x="555420" y="1524000"/>
            <a:ext cx="6566311" cy="37909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051D5-6880-45C3-96ED-C5348AB4FA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f57e6fe824287"/>
          <a:stretch xmlns:a="http://schemas.openxmlformats.org/drawingml/2006/main"/>
        </p:blipFill>
        <p:spPr>
          <a:xfrm xmlns:a="http://schemas.openxmlformats.org/drawingml/2006/main">
            <a:off x="7353300" y="1812608"/>
            <a:ext cx="4286250" cy="188023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91667-ECCE-4BC4-92AE-6BBD9143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The functions ask for book or member details, check required fields, then save to SQLite.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092A1-2E72-4377-A81E-FDE579F6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957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The terminal shows a book added successfully.</a:t>
            </a:r>
          </a:p>
        </p:txBody>
      </p:sp>
    </p:spTree>
    <p:extLst>
      <p:ext uri="{BB962C8B-B14F-4D97-AF65-F5344CB8AC3E}">
        <p14:creationId xmlns:p14="http://schemas.microsoft.com/office/powerpoint/2010/main" val="373689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562E8-6A9C-46CA-BCF3-EAC1E3ED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4F"/>
                </a:solidFill>
                <a:latin typeface="Arial"/>
                <a:ea typeface="Arial"/>
                <a:cs typeface="Arial"/>
              </a:rPr>
              <a:t>LIBRARY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504E6-151A-4CF3-AA68-39E6C409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31F"/>
                </a:solidFill>
                <a:latin typeface="Arial"/>
                <a:ea typeface="Arial"/>
                <a:cs typeface="Arial"/>
              </a:rPr>
              <a:t>Displaying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580C0-2EE0-462F-9CBF-74AC6D12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Kuanysh Asker · Task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BADAC-2F62-4A46-B05E-9200F765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E8A03-7FC3-47FF-A97A-6855BAB7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PP2 MIDTERM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ECE61-FDA3-444E-9F20-4784DADD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EC9CD-44D1-4DCD-8B81-3693E03A2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c814413404307"/>
          <a:stretch xmlns:a="http://schemas.openxmlformats.org/drawingml/2006/main"/>
        </p:blipFill>
        <p:spPr>
          <a:xfrm xmlns:a="http://schemas.openxmlformats.org/drawingml/2006/main">
            <a:off x="1527020" y="1524000"/>
            <a:ext cx="4623110" cy="37909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C7DCB-0BEE-43EE-95D8-1901C9A56C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54ddf49c04776"/>
          <a:stretch xmlns:a="http://schemas.openxmlformats.org/drawingml/2006/main"/>
        </p:blipFill>
        <p:spPr>
          <a:xfrm xmlns:a="http://schemas.openxmlformats.org/drawingml/2006/main">
            <a:off x="7353300" y="1978343"/>
            <a:ext cx="4286250" cy="154876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01DB5-C6D3-4589-AB07-C9651F50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The menu lets the user choose books, members, or borrowings. Each option reads saved rows from the database.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DED47-C12B-4197-9EAB-8F9F69A5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957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Example output: borrowing ID, book ID, member ID, and status.</a:t>
            </a:r>
          </a:p>
        </p:txBody>
      </p:sp>
    </p:spTree>
    <p:extLst>
      <p:ext uri="{BB962C8B-B14F-4D97-AF65-F5344CB8AC3E}">
        <p14:creationId xmlns:p14="http://schemas.microsoft.com/office/powerpoint/2010/main" val="373882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EA8B0-8E20-4DD8-8373-C4F83464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4F"/>
                </a:solidFill>
                <a:latin typeface="Arial"/>
                <a:ea typeface="Arial"/>
                <a:cs typeface="Arial"/>
              </a:rPr>
              <a:t>LIBRARY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B8AC2-69DE-4F7F-94CA-2B330FAE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31F"/>
                </a:solidFill>
                <a:latin typeface="Arial"/>
                <a:ea typeface="Arial"/>
                <a:cs typeface="Arial"/>
              </a:rPr>
              <a:t>Searching the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7966C-DC35-40E6-BEC5-1AA95D91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Zhan Sharkhanov · Task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4FB96-86FD-496C-A42E-B316B46B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937E1-0D4D-4E69-BADE-5CAD2E1F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PP2 MIDTERM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3EDE6-6E99-4303-A282-8DF62C9F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34C36-62DE-40AC-BBC1-262BE3C10C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c5910955345bd"/>
          <a:stretch xmlns:a="http://schemas.openxmlformats.org/drawingml/2006/main"/>
        </p:blipFill>
        <p:spPr>
          <a:xfrm xmlns:a="http://schemas.openxmlformats.org/drawingml/2006/main">
            <a:off x="552450" y="2549507"/>
            <a:ext cx="6572250" cy="1739937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22F16-E1C5-4B0D-9AB6-03EB23B1A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351b90f0f4be6"/>
          <a:stretch xmlns:a="http://schemas.openxmlformats.org/drawingml/2006/main"/>
        </p:blipFill>
        <p:spPr>
          <a:xfrm xmlns:a="http://schemas.openxmlformats.org/drawingml/2006/main">
            <a:off x="7920349" y="1524000"/>
            <a:ext cx="3152152" cy="2457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B5782-88F7-4D9C-8ED5-343A912E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Search by part of a book title, or search members by name or 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85B20-C7D1-493A-901D-7B79E1A2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957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Example: “Inkar” finds member ID 20.</a:t>
            </a:r>
          </a:p>
        </p:txBody>
      </p:sp>
    </p:spTree>
    <p:extLst>
      <p:ext uri="{BB962C8B-B14F-4D97-AF65-F5344CB8AC3E}">
        <p14:creationId xmlns:p14="http://schemas.microsoft.com/office/powerpoint/2010/main" val="5016233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D1C91-6D62-4B6E-81BC-6BD0D557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4F"/>
                </a:solidFill>
                <a:latin typeface="Arial"/>
                <a:ea typeface="Arial"/>
                <a:cs typeface="Arial"/>
              </a:rPr>
              <a:t>LIBRARY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A6299-C103-4B8D-877F-544A810F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31F"/>
                </a:solidFill>
                <a:latin typeface="Arial"/>
                <a:ea typeface="Arial"/>
                <a:cs typeface="Arial"/>
              </a:rPr>
              <a:t>Statistics from the database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D047A-D071-4F4A-ACD6-30707956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Zhan Sharkhanov · Task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1E3E1-C881-4CAC-AE5D-45BB2433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675F9-616D-4561-AC05-9E475A80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PP2 MIDTERM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C1AB2-BDA0-4FCB-B817-43136CF6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C7472-FFDB-4FCF-A54B-08234AD26D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c657eda8a4662"/>
          <a:stretch xmlns:a="http://schemas.openxmlformats.org/drawingml/2006/main"/>
        </p:blipFill>
        <p:spPr>
          <a:xfrm xmlns:a="http://schemas.openxmlformats.org/drawingml/2006/main">
            <a:off x="552450" y="2795149"/>
            <a:ext cx="6572250" cy="1248653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D0596-FB7F-41C6-A595-929F25469F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fe97d614b42fd"/>
          <a:stretch xmlns:a="http://schemas.openxmlformats.org/drawingml/2006/main"/>
        </p:blipFill>
        <p:spPr>
          <a:xfrm xmlns:a="http://schemas.openxmlformats.org/drawingml/2006/main">
            <a:off x="8169127" y="1524000"/>
            <a:ext cx="2654596" cy="2457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8454D-3E1F-463A-B8DB-65074C49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The program counts all borrowing records and current loans, then finds the most borrowed title.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C9B8E-E258-4B0B-83B1-D988970C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957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30 total · 12 current · Python Crash Course: 8 loans</a:t>
            </a:r>
          </a:p>
        </p:txBody>
      </p:sp>
    </p:spTree>
    <p:extLst>
      <p:ext uri="{BB962C8B-B14F-4D97-AF65-F5344CB8AC3E}">
        <p14:creationId xmlns:p14="http://schemas.microsoft.com/office/powerpoint/2010/main" val="1271234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83EFA-E10D-47C4-8889-EBF653CB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976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4F"/>
                </a:solidFill>
                <a:latin typeface="Arial"/>
                <a:ea typeface="Arial"/>
                <a:cs typeface="Arial"/>
              </a:rPr>
              <a:t>LIBRARY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078A8-258B-45E0-8954-F472D562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23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31F"/>
                </a:solidFill>
                <a:latin typeface="Arial"/>
                <a:ea typeface="Arial"/>
                <a:cs typeface="Arial"/>
              </a:rPr>
              <a:t>Updating and exporting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ACFE3-A073-41CF-91BA-5EC47D5C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Zhanibek Uzakbai · Tasks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0D03B-62BA-4B42-8F31-D10609C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F1629-4B77-40D8-9C94-278B65A7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PP2 MIDTERM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534EF-395B-4932-B609-AD928A5D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2E877-90C2-4A3C-9B96-1675CCA040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311d97fde4ccb"/>
          <a:stretch xmlns:a="http://schemas.openxmlformats.org/drawingml/2006/main"/>
        </p:blipFill>
        <p:spPr>
          <a:xfrm xmlns:a="http://schemas.openxmlformats.org/drawingml/2006/main">
            <a:off x="1154514" y="1476375"/>
            <a:ext cx="5368123" cy="37909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3F614-1DD2-491C-8C6C-5851333E9B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f5f8bbe4f4ad5"/>
          <a:stretch xmlns:a="http://schemas.openxmlformats.org/drawingml/2006/main"/>
        </p:blipFill>
        <p:spPr>
          <a:xfrm xmlns:a="http://schemas.openxmlformats.org/drawingml/2006/main">
            <a:off x="8093891" y="1476375"/>
            <a:ext cx="2805069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B9DA8-2359-4BD0-9CEB-9DA40336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He added functions to update a book, cancel or return a borrowing, and export results.txt.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B6DBE-41A4-42CC-B6EA-7873DFE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Latest export summary and borrowing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513CF-EADB-4BA7-9507-7EDF9E83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0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057"/>
                </a:solidFill>
                <a:latin typeface="Arial"/>
                <a:ea typeface="Arial"/>
                <a:cs typeface="Arial"/>
              </a:rPr>
              <a:t>The current export shows 50 books, 40 members, 30 borrowing records, 12 active loans, and Python Crash Course as the most borrowed book.</a:t>
            </a:r>
          </a:p>
        </p:txBody>
      </p:sp>
    </p:spTree>
    <p:extLst>
      <p:ext uri="{BB962C8B-B14F-4D97-AF65-F5344CB8AC3E}">
        <p14:creationId xmlns:p14="http://schemas.microsoft.com/office/powerpoint/2010/main" val="983045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2026-10-18T11:05:49.2470000Z</dcterms:created>
  <dcterms:modified xsi:type="dcterms:W3CDTF">2026-10-18T11:05:49.2470000Z</dcterms:modified>
</coreProperties>
</file>